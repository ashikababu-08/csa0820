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2" r:id="rId1"/>
  </p:sldMasterIdLst>
  <p:notesMasterIdLst>
    <p:notesMasterId r:id="rId19"/>
  </p:notesMasterIdLst>
  <p:sldIdLst>
    <p:sldId id="276" r:id="rId2"/>
    <p:sldId id="258" r:id="rId3"/>
    <p:sldId id="259" r:id="rId4"/>
    <p:sldId id="262" r:id="rId5"/>
    <p:sldId id="277" r:id="rId6"/>
    <p:sldId id="278" r:id="rId7"/>
    <p:sldId id="260" r:id="rId8"/>
    <p:sldId id="265" r:id="rId9"/>
    <p:sldId id="266" r:id="rId10"/>
    <p:sldId id="268" r:id="rId11"/>
    <p:sldId id="269" r:id="rId12"/>
    <p:sldId id="271" r:id="rId13"/>
    <p:sldId id="272" r:id="rId14"/>
    <p:sldId id="270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7EA7F5-64BC-4E6B-B4AC-DE2CF634DBC0}" v="70" dt="2026-06-24T16:23:15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ka babu" userId="f184c70661c39c80" providerId="LiveId" clId="{01FE548F-7A16-427F-8F6D-0947917C10A6}"/>
    <pc:docChg chg="undo custSel addSld delSld modSld sldOrd">
      <pc:chgData name="ashika babu" userId="f184c70661c39c80" providerId="LiveId" clId="{01FE548F-7A16-427F-8F6D-0947917C10A6}" dt="2026-06-24T16:24:56.197" v="686" actId="113"/>
      <pc:docMkLst>
        <pc:docMk/>
      </pc:docMkLst>
      <pc:sldChg chg="addSp delSp modSp del mod">
        <pc:chgData name="ashika babu" userId="f184c70661c39c80" providerId="LiveId" clId="{01FE548F-7A16-427F-8F6D-0947917C10A6}" dt="2026-06-24T15:39:36.014" v="128" actId="2696"/>
        <pc:sldMkLst>
          <pc:docMk/>
          <pc:sldMk cId="2389456847" sldId="257"/>
        </pc:sldMkLst>
        <pc:spChg chg="del mod">
          <ac:chgData name="ashika babu" userId="f184c70661c39c80" providerId="LiveId" clId="{01FE548F-7A16-427F-8F6D-0947917C10A6}" dt="2026-06-24T15:39:19.788" v="127" actId="21"/>
          <ac:spMkLst>
            <pc:docMk/>
            <pc:sldMk cId="2389456847" sldId="257"/>
            <ac:spMk id="3" creationId="{4B86608E-46BE-2D8C-0FD9-6223A31CD764}"/>
          </ac:spMkLst>
        </pc:spChg>
        <pc:spChg chg="del mod">
          <ac:chgData name="ashika babu" userId="f184c70661c39c80" providerId="LiveId" clId="{01FE548F-7A16-427F-8F6D-0947917C10A6}" dt="2026-06-24T15:39:10.152" v="125" actId="21"/>
          <ac:spMkLst>
            <pc:docMk/>
            <pc:sldMk cId="2389456847" sldId="257"/>
            <ac:spMk id="4" creationId="{2D7BD332-D696-C53F-8FE7-75F2EB1E9EF5}"/>
          </ac:spMkLst>
        </pc:spChg>
        <pc:spChg chg="add mod">
          <ac:chgData name="ashika babu" userId="f184c70661c39c80" providerId="LiveId" clId="{01FE548F-7A16-427F-8F6D-0947917C10A6}" dt="2026-06-24T15:39:10.152" v="125" actId="21"/>
          <ac:spMkLst>
            <pc:docMk/>
            <pc:sldMk cId="2389456847" sldId="257"/>
            <ac:spMk id="5" creationId="{D4F79DB7-EE80-FF1A-2D87-CE5F7F03A496}"/>
          </ac:spMkLst>
        </pc:spChg>
      </pc:sldChg>
      <pc:sldChg chg="modSp mod">
        <pc:chgData name="ashika babu" userId="f184c70661c39c80" providerId="LiveId" clId="{01FE548F-7A16-427F-8F6D-0947917C10A6}" dt="2026-06-24T16:23:15.204" v="652" actId="14100"/>
        <pc:sldMkLst>
          <pc:docMk/>
          <pc:sldMk cId="3218931098" sldId="258"/>
        </pc:sldMkLst>
        <pc:spChg chg="mod">
          <ac:chgData name="ashika babu" userId="f184c70661c39c80" providerId="LiveId" clId="{01FE548F-7A16-427F-8F6D-0947917C10A6}" dt="2026-06-24T16:23:05.808" v="651" actId="27636"/>
          <ac:spMkLst>
            <pc:docMk/>
            <pc:sldMk cId="3218931098" sldId="258"/>
            <ac:spMk id="2" creationId="{AD4741CF-C297-DBAC-BE6B-4F3A98A0C266}"/>
          </ac:spMkLst>
        </pc:spChg>
        <pc:spChg chg="mod">
          <ac:chgData name="ashika babu" userId="f184c70661c39c80" providerId="LiveId" clId="{01FE548F-7A16-427F-8F6D-0947917C10A6}" dt="2026-06-24T16:23:15.204" v="652" actId="14100"/>
          <ac:spMkLst>
            <pc:docMk/>
            <pc:sldMk cId="3218931098" sldId="258"/>
            <ac:spMk id="3" creationId="{7B40FDD1-9A03-876A-5AD7-1E10E0DE5260}"/>
          </ac:spMkLst>
        </pc:spChg>
      </pc:sldChg>
      <pc:sldChg chg="modSp mod">
        <pc:chgData name="ashika babu" userId="f184c70661c39c80" providerId="LiveId" clId="{01FE548F-7A16-427F-8F6D-0947917C10A6}" dt="2026-06-24T16:22:50.121" v="648" actId="14100"/>
        <pc:sldMkLst>
          <pc:docMk/>
          <pc:sldMk cId="3748497111" sldId="259"/>
        </pc:sldMkLst>
        <pc:spChg chg="mod">
          <ac:chgData name="ashika babu" userId="f184c70661c39c80" providerId="LiveId" clId="{01FE548F-7A16-427F-8F6D-0947917C10A6}" dt="2026-06-24T16:22:50.121" v="648" actId="14100"/>
          <ac:spMkLst>
            <pc:docMk/>
            <pc:sldMk cId="3748497111" sldId="259"/>
            <ac:spMk id="2" creationId="{B59235E9-0E2F-8E12-9F65-997109126928}"/>
          </ac:spMkLst>
        </pc:spChg>
        <pc:spChg chg="mod">
          <ac:chgData name="ashika babu" userId="f184c70661c39c80" providerId="LiveId" clId="{01FE548F-7A16-427F-8F6D-0947917C10A6}" dt="2026-06-24T16:22:46.248" v="647" actId="14100"/>
          <ac:spMkLst>
            <pc:docMk/>
            <pc:sldMk cId="3748497111" sldId="259"/>
            <ac:spMk id="7" creationId="{D783224D-976C-CBE1-BBF7-767B48D13826}"/>
          </ac:spMkLst>
        </pc:spChg>
      </pc:sldChg>
      <pc:sldChg chg="addSp modSp mod">
        <pc:chgData name="ashika babu" userId="f184c70661c39c80" providerId="LiveId" clId="{01FE548F-7A16-427F-8F6D-0947917C10A6}" dt="2026-06-24T15:56:04.890" v="329" actId="2711"/>
        <pc:sldMkLst>
          <pc:docMk/>
          <pc:sldMk cId="4211347853" sldId="260"/>
        </pc:sldMkLst>
        <pc:spChg chg="add mod">
          <ac:chgData name="ashika babu" userId="f184c70661c39c80" providerId="LiveId" clId="{01FE548F-7A16-427F-8F6D-0947917C10A6}" dt="2026-06-24T15:44:06.878" v="225" actId="14100"/>
          <ac:spMkLst>
            <pc:docMk/>
            <pc:sldMk cId="4211347853" sldId="260"/>
            <ac:spMk id="2" creationId="{54055D7E-9083-CB5C-0BD6-2C776002F093}"/>
          </ac:spMkLst>
        </pc:spChg>
        <pc:spChg chg="add mod">
          <ac:chgData name="ashika babu" userId="f184c70661c39c80" providerId="LiveId" clId="{01FE548F-7A16-427F-8F6D-0947917C10A6}" dt="2026-06-24T15:44:22.655" v="227" actId="1076"/>
          <ac:spMkLst>
            <pc:docMk/>
            <pc:sldMk cId="4211347853" sldId="260"/>
            <ac:spMk id="3" creationId="{C748F258-422D-DD2B-2A1E-AD64FBCBCE99}"/>
          </ac:spMkLst>
        </pc:spChg>
        <pc:spChg chg="mod">
          <ac:chgData name="ashika babu" userId="f184c70661c39c80" providerId="LiveId" clId="{01FE548F-7A16-427F-8F6D-0947917C10A6}" dt="2026-06-24T15:47:49.180" v="272" actId="14100"/>
          <ac:spMkLst>
            <pc:docMk/>
            <pc:sldMk cId="4211347853" sldId="260"/>
            <ac:spMk id="4" creationId="{292ACF58-1C73-61BF-33D6-0761C3BCEBF7}"/>
          </ac:spMkLst>
        </pc:spChg>
        <pc:spChg chg="add mod">
          <ac:chgData name="ashika babu" userId="f184c70661c39c80" providerId="LiveId" clId="{01FE548F-7A16-427F-8F6D-0947917C10A6}" dt="2026-06-24T15:44:30.506" v="229" actId="1076"/>
          <ac:spMkLst>
            <pc:docMk/>
            <pc:sldMk cId="4211347853" sldId="260"/>
            <ac:spMk id="5" creationId="{044E85F5-A6E6-2FA0-8E51-09E87306F327}"/>
          </ac:spMkLst>
        </pc:spChg>
        <pc:spChg chg="add mod">
          <ac:chgData name="ashika babu" userId="f184c70661c39c80" providerId="LiveId" clId="{01FE548F-7A16-427F-8F6D-0947917C10A6}" dt="2026-06-24T15:48:00.484" v="274" actId="14100"/>
          <ac:spMkLst>
            <pc:docMk/>
            <pc:sldMk cId="4211347853" sldId="260"/>
            <ac:spMk id="7" creationId="{B87FE415-BF11-97C7-6B25-EA49BC309321}"/>
          </ac:spMkLst>
        </pc:spChg>
        <pc:spChg chg="add mod">
          <ac:chgData name="ashika babu" userId="f184c70661c39c80" providerId="LiveId" clId="{01FE548F-7A16-427F-8F6D-0947917C10A6}" dt="2026-06-24T15:46:19.480" v="256"/>
          <ac:spMkLst>
            <pc:docMk/>
            <pc:sldMk cId="4211347853" sldId="260"/>
            <ac:spMk id="8" creationId="{B2590B77-D549-13B2-E4F5-38DAB23EB30A}"/>
          </ac:spMkLst>
        </pc:spChg>
        <pc:spChg chg="add mod">
          <ac:chgData name="ashika babu" userId="f184c70661c39c80" providerId="LiveId" clId="{01FE548F-7A16-427F-8F6D-0947917C10A6}" dt="2026-06-24T15:56:04.890" v="329" actId="2711"/>
          <ac:spMkLst>
            <pc:docMk/>
            <pc:sldMk cId="4211347853" sldId="260"/>
            <ac:spMk id="10" creationId="{5504DE05-262F-B223-B58B-166AAE0B01B2}"/>
          </ac:spMkLst>
        </pc:spChg>
        <pc:spChg chg="add mod">
          <ac:chgData name="ashika babu" userId="f184c70661c39c80" providerId="LiveId" clId="{01FE548F-7A16-427F-8F6D-0947917C10A6}" dt="2026-06-24T15:47:12.088" v="264" actId="14100"/>
          <ac:spMkLst>
            <pc:docMk/>
            <pc:sldMk cId="4211347853" sldId="260"/>
            <ac:spMk id="11" creationId="{8D2D5CA8-84D5-F76A-4169-63F3C0C1DCE4}"/>
          </ac:spMkLst>
        </pc:spChg>
        <pc:spChg chg="add mod">
          <ac:chgData name="ashika babu" userId="f184c70661c39c80" providerId="LiveId" clId="{01FE548F-7A16-427F-8F6D-0947917C10A6}" dt="2026-06-24T15:47:44.651" v="271" actId="14100"/>
          <ac:spMkLst>
            <pc:docMk/>
            <pc:sldMk cId="4211347853" sldId="260"/>
            <ac:spMk id="12" creationId="{B6DA84C2-AD96-C662-C42A-B808DC2BB37C}"/>
          </ac:spMkLst>
        </pc:spChg>
      </pc:sldChg>
      <pc:sldChg chg="del">
        <pc:chgData name="ashika babu" userId="f184c70661c39c80" providerId="LiveId" clId="{01FE548F-7A16-427F-8F6D-0947917C10A6}" dt="2026-06-24T15:54:36.497" v="320" actId="2696"/>
        <pc:sldMkLst>
          <pc:docMk/>
          <pc:sldMk cId="1510154148" sldId="261"/>
        </pc:sldMkLst>
      </pc:sldChg>
      <pc:sldChg chg="modSp mod">
        <pc:chgData name="ashika babu" userId="f184c70661c39c80" providerId="LiveId" clId="{01FE548F-7A16-427F-8F6D-0947917C10A6}" dt="2026-06-24T16:22:40.843" v="646" actId="14100"/>
        <pc:sldMkLst>
          <pc:docMk/>
          <pc:sldMk cId="70796219" sldId="262"/>
        </pc:sldMkLst>
        <pc:spChg chg="mod">
          <ac:chgData name="ashika babu" userId="f184c70661c39c80" providerId="LiveId" clId="{01FE548F-7A16-427F-8F6D-0947917C10A6}" dt="2026-06-24T16:22:40.843" v="646" actId="14100"/>
          <ac:spMkLst>
            <pc:docMk/>
            <pc:sldMk cId="70796219" sldId="262"/>
            <ac:spMk id="2" creationId="{1E230D78-1D30-ECFF-F46E-25570DC3095A}"/>
          </ac:spMkLst>
        </pc:spChg>
        <pc:spChg chg="mod">
          <ac:chgData name="ashika babu" userId="f184c70661c39c80" providerId="LiveId" clId="{01FE548F-7A16-427F-8F6D-0947917C10A6}" dt="2026-06-24T16:22:37.615" v="645" actId="1076"/>
          <ac:spMkLst>
            <pc:docMk/>
            <pc:sldMk cId="70796219" sldId="262"/>
            <ac:spMk id="4" creationId="{1940096E-3B6D-6E29-42B6-ACE35F90FCF5}"/>
          </ac:spMkLst>
        </pc:spChg>
      </pc:sldChg>
      <pc:sldChg chg="del">
        <pc:chgData name="ashika babu" userId="f184c70661c39c80" providerId="LiveId" clId="{01FE548F-7A16-427F-8F6D-0947917C10A6}" dt="2026-06-24T15:42:42.747" v="209" actId="2696"/>
        <pc:sldMkLst>
          <pc:docMk/>
          <pc:sldMk cId="3315500144" sldId="263"/>
        </pc:sldMkLst>
      </pc:sldChg>
      <pc:sldChg chg="del">
        <pc:chgData name="ashika babu" userId="f184c70661c39c80" providerId="LiveId" clId="{01FE548F-7A16-427F-8F6D-0947917C10A6}" dt="2026-06-24T15:51:05.978" v="277" actId="2696"/>
        <pc:sldMkLst>
          <pc:docMk/>
          <pc:sldMk cId="518715261" sldId="264"/>
        </pc:sldMkLst>
      </pc:sldChg>
      <pc:sldChg chg="modSp mod">
        <pc:chgData name="ashika babu" userId="f184c70661c39c80" providerId="LiveId" clId="{01FE548F-7A16-427F-8F6D-0947917C10A6}" dt="2026-06-24T16:24:47.680" v="685" actId="113"/>
        <pc:sldMkLst>
          <pc:docMk/>
          <pc:sldMk cId="2509750967" sldId="265"/>
        </pc:sldMkLst>
        <pc:spChg chg="mod">
          <ac:chgData name="ashika babu" userId="f184c70661c39c80" providerId="LiveId" clId="{01FE548F-7A16-427F-8F6D-0947917C10A6}" dt="2026-06-24T16:24:47.680" v="685" actId="113"/>
          <ac:spMkLst>
            <pc:docMk/>
            <pc:sldMk cId="2509750967" sldId="265"/>
            <ac:spMk id="2" creationId="{5FBD8FBF-5751-5194-0635-7F2E26BE48ED}"/>
          </ac:spMkLst>
        </pc:spChg>
        <pc:spChg chg="mod">
          <ac:chgData name="ashika babu" userId="f184c70661c39c80" providerId="LiveId" clId="{01FE548F-7A16-427F-8F6D-0947917C10A6}" dt="2026-06-24T16:22:02.960" v="640" actId="14100"/>
          <ac:spMkLst>
            <pc:docMk/>
            <pc:sldMk cId="2509750967" sldId="265"/>
            <ac:spMk id="6" creationId="{C1EDE0CF-A2E5-5FE0-4B20-52CD3E2ED1A1}"/>
          </ac:spMkLst>
        </pc:spChg>
      </pc:sldChg>
      <pc:sldChg chg="modSp mod">
        <pc:chgData name="ashika babu" userId="f184c70661c39c80" providerId="LiveId" clId="{01FE548F-7A16-427F-8F6D-0947917C10A6}" dt="2026-06-24T16:24:56.197" v="686" actId="113"/>
        <pc:sldMkLst>
          <pc:docMk/>
          <pc:sldMk cId="625849220" sldId="266"/>
        </pc:sldMkLst>
        <pc:spChg chg="mod">
          <ac:chgData name="ashika babu" userId="f184c70661c39c80" providerId="LiveId" clId="{01FE548F-7A16-427F-8F6D-0947917C10A6}" dt="2026-06-24T16:24:56.197" v="686" actId="113"/>
          <ac:spMkLst>
            <pc:docMk/>
            <pc:sldMk cId="625849220" sldId="266"/>
            <ac:spMk id="2" creationId="{8429A637-A6F4-FE14-4011-7E3B0776654B}"/>
          </ac:spMkLst>
        </pc:spChg>
        <pc:spChg chg="mod">
          <ac:chgData name="ashika babu" userId="f184c70661c39c80" providerId="LiveId" clId="{01FE548F-7A16-427F-8F6D-0947917C10A6}" dt="2026-06-24T16:22:17.302" v="642" actId="14100"/>
          <ac:spMkLst>
            <pc:docMk/>
            <pc:sldMk cId="625849220" sldId="266"/>
            <ac:spMk id="4" creationId="{24F20E47-D030-FC07-89A2-B95E568022E6}"/>
          </ac:spMkLst>
        </pc:spChg>
      </pc:sldChg>
      <pc:sldChg chg="del">
        <pc:chgData name="ashika babu" userId="f184c70661c39c80" providerId="LiveId" clId="{01FE548F-7A16-427F-8F6D-0947917C10A6}" dt="2026-06-24T15:57:05.157" v="337" actId="2696"/>
        <pc:sldMkLst>
          <pc:docMk/>
          <pc:sldMk cId="1164606777" sldId="267"/>
        </pc:sldMkLst>
      </pc:sldChg>
      <pc:sldChg chg="addSp delSp modSp mod">
        <pc:chgData name="ashika babu" userId="f184c70661c39c80" providerId="LiveId" clId="{01FE548F-7A16-427F-8F6D-0947917C10A6}" dt="2026-06-24T16:21:49.144" v="638" actId="14100"/>
        <pc:sldMkLst>
          <pc:docMk/>
          <pc:sldMk cId="1985877278" sldId="268"/>
        </pc:sldMkLst>
        <pc:spChg chg="mod">
          <ac:chgData name="ashika babu" userId="f184c70661c39c80" providerId="LiveId" clId="{01FE548F-7A16-427F-8F6D-0947917C10A6}" dt="2026-06-24T16:21:49.144" v="638" actId="14100"/>
          <ac:spMkLst>
            <pc:docMk/>
            <pc:sldMk cId="1985877278" sldId="268"/>
            <ac:spMk id="2" creationId="{30F4A418-6280-15E2-505B-74F900834102}"/>
          </ac:spMkLst>
        </pc:spChg>
        <pc:spChg chg="add del mod">
          <ac:chgData name="ashika babu" userId="f184c70661c39c80" providerId="LiveId" clId="{01FE548F-7A16-427F-8F6D-0947917C10A6}" dt="2026-06-24T15:59:06.738" v="346" actId="21"/>
          <ac:spMkLst>
            <pc:docMk/>
            <pc:sldMk cId="1985877278" sldId="268"/>
            <ac:spMk id="3" creationId="{211DDD0E-7901-AD5A-8755-E13C4A480BE2}"/>
          </ac:spMkLst>
        </pc:spChg>
        <pc:spChg chg="add mod">
          <ac:chgData name="ashika babu" userId="f184c70661c39c80" providerId="LiveId" clId="{01FE548F-7A16-427F-8F6D-0947917C10A6}" dt="2026-06-24T15:58:11.967" v="342"/>
          <ac:spMkLst>
            <pc:docMk/>
            <pc:sldMk cId="1985877278" sldId="268"/>
            <ac:spMk id="5" creationId="{38CA220F-A817-F89A-286C-E8461440F0D0}"/>
          </ac:spMkLst>
        </pc:spChg>
        <pc:spChg chg="add del mod">
          <ac:chgData name="ashika babu" userId="f184c70661c39c80" providerId="LiveId" clId="{01FE548F-7A16-427F-8F6D-0947917C10A6}" dt="2026-06-24T15:59:12.191" v="348" actId="21"/>
          <ac:spMkLst>
            <pc:docMk/>
            <pc:sldMk cId="1985877278" sldId="268"/>
            <ac:spMk id="7" creationId="{211DDD0E-7901-AD5A-8755-E13C4A480BE2}"/>
          </ac:spMkLst>
        </pc:spChg>
        <pc:spChg chg="add del mod">
          <ac:chgData name="ashika babu" userId="f184c70661c39c80" providerId="LiveId" clId="{01FE548F-7A16-427F-8F6D-0947917C10A6}" dt="2026-06-24T15:59:36.598" v="352" actId="22"/>
          <ac:spMkLst>
            <pc:docMk/>
            <pc:sldMk cId="1985877278" sldId="268"/>
            <ac:spMk id="9" creationId="{27900E2D-EBF1-4DEC-68F0-83EC5C6D2A37}"/>
          </ac:spMkLst>
        </pc:spChg>
        <pc:picChg chg="del">
          <ac:chgData name="ashika babu" userId="f184c70661c39c80" providerId="LiveId" clId="{01FE548F-7A16-427F-8F6D-0947917C10A6}" dt="2026-06-24T15:57:18.312" v="339" actId="21"/>
          <ac:picMkLst>
            <pc:docMk/>
            <pc:sldMk cId="1985877278" sldId="268"/>
            <ac:picMk id="4" creationId="{65962AAB-1464-3ED5-CC17-4A0EB6870BB7}"/>
          </ac:picMkLst>
        </pc:picChg>
        <pc:picChg chg="del">
          <ac:chgData name="ashika babu" userId="f184c70661c39c80" providerId="LiveId" clId="{01FE548F-7A16-427F-8F6D-0947917C10A6}" dt="2026-06-24T15:57:15.727" v="338" actId="21"/>
          <ac:picMkLst>
            <pc:docMk/>
            <pc:sldMk cId="1985877278" sldId="268"/>
            <ac:picMk id="6" creationId="{FBD9E0F9-1940-1009-A7DD-DE53D0040783}"/>
          </ac:picMkLst>
        </pc:picChg>
        <pc:picChg chg="add mod">
          <ac:chgData name="ashika babu" userId="f184c70661c39c80" providerId="LiveId" clId="{01FE548F-7A16-427F-8F6D-0947917C10A6}" dt="2026-06-24T16:01:04.269" v="365" actId="14100"/>
          <ac:picMkLst>
            <pc:docMk/>
            <pc:sldMk cId="1985877278" sldId="268"/>
            <ac:picMk id="11" creationId="{D9856F86-CC43-8DED-81FD-62FBB34BC386}"/>
          </ac:picMkLst>
        </pc:picChg>
      </pc:sldChg>
      <pc:sldChg chg="addSp delSp modSp mod">
        <pc:chgData name="ashika babu" userId="f184c70661c39c80" providerId="LiveId" clId="{01FE548F-7A16-427F-8F6D-0947917C10A6}" dt="2026-06-24T16:21:43.249" v="637" actId="14100"/>
        <pc:sldMkLst>
          <pc:docMk/>
          <pc:sldMk cId="508806306" sldId="269"/>
        </pc:sldMkLst>
        <pc:spChg chg="mod">
          <ac:chgData name="ashika babu" userId="f184c70661c39c80" providerId="LiveId" clId="{01FE548F-7A16-427F-8F6D-0947917C10A6}" dt="2026-06-24T16:21:43.249" v="637" actId="14100"/>
          <ac:spMkLst>
            <pc:docMk/>
            <pc:sldMk cId="508806306" sldId="269"/>
            <ac:spMk id="2" creationId="{99669C38-B2E1-C6C6-A78C-3962E51F38AD}"/>
          </ac:spMkLst>
        </pc:spChg>
        <pc:picChg chg="add mod">
          <ac:chgData name="ashika babu" userId="f184c70661c39c80" providerId="LiveId" clId="{01FE548F-7A16-427F-8F6D-0947917C10A6}" dt="2026-06-24T16:00:18.141" v="357"/>
          <ac:picMkLst>
            <pc:docMk/>
            <pc:sldMk cId="508806306" sldId="269"/>
            <ac:picMk id="3" creationId="{CBFBB249-BC0A-DE9D-2BE0-90D0A2B43D3E}"/>
          </ac:picMkLst>
        </pc:picChg>
        <pc:picChg chg="del">
          <ac:chgData name="ashika babu" userId="f184c70661c39c80" providerId="LiveId" clId="{01FE548F-7A16-427F-8F6D-0947917C10A6}" dt="2026-06-24T16:00:16.667" v="356" actId="21"/>
          <ac:picMkLst>
            <pc:docMk/>
            <pc:sldMk cId="508806306" sldId="269"/>
            <ac:picMk id="4" creationId="{CBFBB249-BC0A-DE9D-2BE0-90D0A2B43D3E}"/>
          </ac:picMkLst>
        </pc:picChg>
        <pc:picChg chg="add mod">
          <ac:chgData name="ashika babu" userId="f184c70661c39c80" providerId="LiveId" clId="{01FE548F-7A16-427F-8F6D-0947917C10A6}" dt="2026-06-24T16:00:50.745" v="362" actId="14100"/>
          <ac:picMkLst>
            <pc:docMk/>
            <pc:sldMk cId="508806306" sldId="269"/>
            <ac:picMk id="6" creationId="{D0FA09EE-FCE3-97BD-6615-A36CBDA13310}"/>
          </ac:picMkLst>
        </pc:picChg>
      </pc:sldChg>
      <pc:sldChg chg="modSp mod ord">
        <pc:chgData name="ashika babu" userId="f184c70661c39c80" providerId="LiveId" clId="{01FE548F-7A16-427F-8F6D-0947917C10A6}" dt="2026-06-24T16:21:23.311" v="633" actId="14100"/>
        <pc:sldMkLst>
          <pc:docMk/>
          <pc:sldMk cId="1821632645" sldId="270"/>
        </pc:sldMkLst>
        <pc:spChg chg="mod">
          <ac:chgData name="ashika babu" userId="f184c70661c39c80" providerId="LiveId" clId="{01FE548F-7A16-427F-8F6D-0947917C10A6}" dt="2026-06-24T16:21:23.311" v="633" actId="14100"/>
          <ac:spMkLst>
            <pc:docMk/>
            <pc:sldMk cId="1821632645" sldId="270"/>
            <ac:spMk id="2" creationId="{2A89B1D8-6666-0DB1-75B1-DB1CDCB41532}"/>
          </ac:spMkLst>
        </pc:spChg>
        <pc:spChg chg="mod">
          <ac:chgData name="ashika babu" userId="f184c70661c39c80" providerId="LiveId" clId="{01FE548F-7A16-427F-8F6D-0947917C10A6}" dt="2026-06-24T16:08:51.906" v="495" actId="14100"/>
          <ac:spMkLst>
            <pc:docMk/>
            <pc:sldMk cId="1821632645" sldId="270"/>
            <ac:spMk id="6" creationId="{E5FDED00-324A-ECBD-AE55-5C02FE32E946}"/>
          </ac:spMkLst>
        </pc:spChg>
      </pc:sldChg>
      <pc:sldChg chg="modSp mod">
        <pc:chgData name="ashika babu" userId="f184c70661c39c80" providerId="LiveId" clId="{01FE548F-7A16-427F-8F6D-0947917C10A6}" dt="2026-06-24T16:21:37.227" v="636" actId="14100"/>
        <pc:sldMkLst>
          <pc:docMk/>
          <pc:sldMk cId="4266811593" sldId="271"/>
        </pc:sldMkLst>
        <pc:spChg chg="mod">
          <ac:chgData name="ashika babu" userId="f184c70661c39c80" providerId="LiveId" clId="{01FE548F-7A16-427F-8F6D-0947917C10A6}" dt="2026-06-24T16:21:37.227" v="636" actId="14100"/>
          <ac:spMkLst>
            <pc:docMk/>
            <pc:sldMk cId="4266811593" sldId="271"/>
            <ac:spMk id="2" creationId="{921D69A2-A8D5-2C83-2F6C-B406EDDDFD39}"/>
          </ac:spMkLst>
        </pc:spChg>
        <pc:spChg chg="mod">
          <ac:chgData name="ashika babu" userId="f184c70661c39c80" providerId="LiveId" clId="{01FE548F-7A16-427F-8F6D-0947917C10A6}" dt="2026-06-24T16:03:23.074" v="442" actId="5793"/>
          <ac:spMkLst>
            <pc:docMk/>
            <pc:sldMk cId="4266811593" sldId="271"/>
            <ac:spMk id="6" creationId="{DFB64E6A-A452-56DD-70D7-CB4D986EF47A}"/>
          </ac:spMkLst>
        </pc:spChg>
      </pc:sldChg>
      <pc:sldChg chg="modSp mod">
        <pc:chgData name="ashika babu" userId="f184c70661c39c80" providerId="LiveId" clId="{01FE548F-7A16-427F-8F6D-0947917C10A6}" dt="2026-06-24T16:21:29.305" v="635" actId="27636"/>
        <pc:sldMkLst>
          <pc:docMk/>
          <pc:sldMk cId="847989746" sldId="272"/>
        </pc:sldMkLst>
        <pc:spChg chg="mod">
          <ac:chgData name="ashika babu" userId="f184c70661c39c80" providerId="LiveId" clId="{01FE548F-7A16-427F-8F6D-0947917C10A6}" dt="2026-06-24T16:21:29.305" v="635" actId="27636"/>
          <ac:spMkLst>
            <pc:docMk/>
            <pc:sldMk cId="847989746" sldId="272"/>
            <ac:spMk id="2" creationId="{162B77CF-C50A-A13E-FA90-9D0B418C2F2A}"/>
          </ac:spMkLst>
        </pc:spChg>
        <pc:spChg chg="mod">
          <ac:chgData name="ashika babu" userId="f184c70661c39c80" providerId="LiveId" clId="{01FE548F-7A16-427F-8F6D-0947917C10A6}" dt="2026-06-24T16:08:59.904" v="496" actId="14100"/>
          <ac:spMkLst>
            <pc:docMk/>
            <pc:sldMk cId="847989746" sldId="272"/>
            <ac:spMk id="4" creationId="{E1C9DCAA-2A15-E4B6-5041-ED9FE9910819}"/>
          </ac:spMkLst>
        </pc:spChg>
      </pc:sldChg>
      <pc:sldChg chg="modSp mod">
        <pc:chgData name="ashika babu" userId="f184c70661c39c80" providerId="LiveId" clId="{01FE548F-7A16-427F-8F6D-0947917C10A6}" dt="2026-06-24T16:20:34.299" v="631" actId="27636"/>
        <pc:sldMkLst>
          <pc:docMk/>
          <pc:sldMk cId="2061389664" sldId="273"/>
        </pc:sldMkLst>
        <pc:spChg chg="mod">
          <ac:chgData name="ashika babu" userId="f184c70661c39c80" providerId="LiveId" clId="{01FE548F-7A16-427F-8F6D-0947917C10A6}" dt="2026-06-24T16:20:34.299" v="631" actId="27636"/>
          <ac:spMkLst>
            <pc:docMk/>
            <pc:sldMk cId="2061389664" sldId="273"/>
            <ac:spMk id="2" creationId="{345FFB44-228B-CDE9-F4E4-0CF1B84C9155}"/>
          </ac:spMkLst>
        </pc:spChg>
        <pc:spChg chg="mod">
          <ac:chgData name="ashika babu" userId="f184c70661c39c80" providerId="LiveId" clId="{01FE548F-7A16-427F-8F6D-0947917C10A6}" dt="2026-06-24T16:08:44.067" v="494" actId="14100"/>
          <ac:spMkLst>
            <pc:docMk/>
            <pc:sldMk cId="2061389664" sldId="273"/>
            <ac:spMk id="3" creationId="{34BC7443-906A-783F-8EC0-A09E49666F62}"/>
          </ac:spMkLst>
        </pc:spChg>
      </pc:sldChg>
      <pc:sldChg chg="addSp delSp modSp mod">
        <pc:chgData name="ashika babu" userId="f184c70661c39c80" providerId="LiveId" clId="{01FE548F-7A16-427F-8F6D-0947917C10A6}" dt="2026-06-24T16:20:24.829" v="627" actId="14100"/>
        <pc:sldMkLst>
          <pc:docMk/>
          <pc:sldMk cId="3426889915" sldId="274"/>
        </pc:sldMkLst>
        <pc:spChg chg="mod">
          <ac:chgData name="ashika babu" userId="f184c70661c39c80" providerId="LiveId" clId="{01FE548F-7A16-427F-8F6D-0947917C10A6}" dt="2026-06-24T16:20:24.829" v="627" actId="14100"/>
          <ac:spMkLst>
            <pc:docMk/>
            <pc:sldMk cId="3426889915" sldId="274"/>
            <ac:spMk id="2" creationId="{4E6F0BC9-A3B0-82A5-C03C-14263B124B02}"/>
          </ac:spMkLst>
        </pc:spChg>
        <pc:spChg chg="del mod">
          <ac:chgData name="ashika babu" userId="f184c70661c39c80" providerId="LiveId" clId="{01FE548F-7A16-427F-8F6D-0947917C10A6}" dt="2026-06-24T16:09:45.402" v="499"/>
          <ac:spMkLst>
            <pc:docMk/>
            <pc:sldMk cId="3426889915" sldId="274"/>
            <ac:spMk id="3" creationId="{01DBD158-9A2C-D3BA-8C6C-F324C91E37EA}"/>
          </ac:spMkLst>
        </pc:spChg>
        <pc:spChg chg="add del">
          <ac:chgData name="ashika babu" userId="f184c70661c39c80" providerId="LiveId" clId="{01FE548F-7A16-427F-8F6D-0947917C10A6}" dt="2026-06-24T16:09:48.073" v="502" actId="22"/>
          <ac:spMkLst>
            <pc:docMk/>
            <pc:sldMk cId="3426889915" sldId="274"/>
            <ac:spMk id="5" creationId="{CBFA949F-C04F-D085-31ED-8FAB07E021AA}"/>
          </ac:spMkLst>
        </pc:spChg>
        <pc:spChg chg="add mod">
          <ac:chgData name="ashika babu" userId="f184c70661c39c80" providerId="LiveId" clId="{01FE548F-7A16-427F-8F6D-0947917C10A6}" dt="2026-06-24T16:11:14.382" v="521" actId="1076"/>
          <ac:spMkLst>
            <pc:docMk/>
            <pc:sldMk cId="3426889915" sldId="274"/>
            <ac:spMk id="7" creationId="{FF319D1C-CFE5-595E-B87C-F76DD9D13FFD}"/>
          </ac:spMkLst>
        </pc:spChg>
      </pc:sldChg>
      <pc:sldChg chg="addSp delSp modSp mod">
        <pc:chgData name="ashika babu" userId="f184c70661c39c80" providerId="LiveId" clId="{01FE548F-7A16-427F-8F6D-0947917C10A6}" dt="2026-06-24T16:24:34.356" v="684" actId="14100"/>
        <pc:sldMkLst>
          <pc:docMk/>
          <pc:sldMk cId="2262999802" sldId="276"/>
        </pc:sldMkLst>
        <pc:spChg chg="add del mod">
          <ac:chgData name="ashika babu" userId="f184c70661c39c80" providerId="LiveId" clId="{01FE548F-7A16-427F-8F6D-0947917C10A6}" dt="2026-06-24T15:36:15.559" v="97" actId="113"/>
          <ac:spMkLst>
            <pc:docMk/>
            <pc:sldMk cId="2262999802" sldId="276"/>
            <ac:spMk id="2" creationId="{C0ED8BDF-2DCC-DE8D-FB11-B3BEFE3B91C6}"/>
          </ac:spMkLst>
        </pc:spChg>
        <pc:spChg chg="mod">
          <ac:chgData name="ashika babu" userId="f184c70661c39c80" providerId="LiveId" clId="{01FE548F-7A16-427F-8F6D-0947917C10A6}" dt="2026-06-24T16:24:21.628" v="682" actId="113"/>
          <ac:spMkLst>
            <pc:docMk/>
            <pc:sldMk cId="2262999802" sldId="276"/>
            <ac:spMk id="3" creationId="{ACCD891F-0DC9-6E3B-7106-0DFF5451A7A0}"/>
          </ac:spMkLst>
        </pc:spChg>
        <pc:spChg chg="mod">
          <ac:chgData name="ashika babu" userId="f184c70661c39c80" providerId="LiveId" clId="{01FE548F-7A16-427F-8F6D-0947917C10A6}" dt="2026-06-24T16:24:34.356" v="684" actId="14100"/>
          <ac:spMkLst>
            <pc:docMk/>
            <pc:sldMk cId="2262999802" sldId="276"/>
            <ac:spMk id="4" creationId="{48E9FDA6-2602-608F-1A71-AAC94AB3982B}"/>
          </ac:spMkLst>
        </pc:spChg>
        <pc:spChg chg="add mod">
          <ac:chgData name="ashika babu" userId="f184c70661c39c80" providerId="LiveId" clId="{01FE548F-7A16-427F-8F6D-0947917C10A6}" dt="2026-06-24T09:41:58.085" v="10"/>
          <ac:spMkLst>
            <pc:docMk/>
            <pc:sldMk cId="2262999802" sldId="276"/>
            <ac:spMk id="6" creationId="{04E9123E-3DAB-2E71-F542-7C39120F7FCE}"/>
          </ac:spMkLst>
        </pc:spChg>
        <pc:spChg chg="add mod">
          <ac:chgData name="ashika babu" userId="f184c70661c39c80" providerId="LiveId" clId="{01FE548F-7A16-427F-8F6D-0947917C10A6}" dt="2026-06-24T16:24:17.009" v="681" actId="113"/>
          <ac:spMkLst>
            <pc:docMk/>
            <pc:sldMk cId="2262999802" sldId="276"/>
            <ac:spMk id="9" creationId="{300B5471-1CB6-0DDA-A775-278B53DD0E0A}"/>
          </ac:spMkLst>
        </pc:spChg>
      </pc:sldChg>
      <pc:sldChg chg="add del setBg">
        <pc:chgData name="ashika babu" userId="f184c70661c39c80" providerId="LiveId" clId="{01FE548F-7A16-427F-8F6D-0947917C10A6}" dt="2026-06-24T09:41:10.001" v="7"/>
        <pc:sldMkLst>
          <pc:docMk/>
          <pc:sldMk cId="0" sldId="277"/>
        </pc:sldMkLst>
      </pc:sldChg>
      <pc:sldChg chg="addSp delSp modSp new mod ord">
        <pc:chgData name="ashika babu" userId="f184c70661c39c80" providerId="LiveId" clId="{01FE548F-7A16-427F-8F6D-0947917C10A6}" dt="2026-06-24T16:17:34.249" v="592"/>
        <pc:sldMkLst>
          <pc:docMk/>
          <pc:sldMk cId="1177048974" sldId="277"/>
        </pc:sldMkLst>
        <pc:spChg chg="mod">
          <ac:chgData name="ashika babu" userId="f184c70661c39c80" providerId="LiveId" clId="{01FE548F-7A16-427F-8F6D-0947917C10A6}" dt="2026-06-24T16:12:53.452" v="555" actId="14100"/>
          <ac:spMkLst>
            <pc:docMk/>
            <pc:sldMk cId="1177048974" sldId="277"/>
            <ac:spMk id="2" creationId="{FD83CA69-1AC8-5EE7-181A-9C901737B259}"/>
          </ac:spMkLst>
        </pc:spChg>
        <pc:spChg chg="add del">
          <ac:chgData name="ashika babu" userId="f184c70661c39c80" providerId="LiveId" clId="{01FE548F-7A16-427F-8F6D-0947917C10A6}" dt="2026-06-24T16:14:08.900" v="562" actId="21"/>
          <ac:spMkLst>
            <pc:docMk/>
            <pc:sldMk cId="1177048974" sldId="277"/>
            <ac:spMk id="5" creationId="{9705EAD1-90C8-120B-4352-F7E883528F3E}"/>
          </ac:spMkLst>
        </pc:spChg>
        <pc:picChg chg="add mod">
          <ac:chgData name="ashika babu" userId="f184c70661c39c80" providerId="LiveId" clId="{01FE548F-7A16-427F-8F6D-0947917C10A6}" dt="2026-06-24T16:13:54.782" v="560" actId="1076"/>
          <ac:picMkLst>
            <pc:docMk/>
            <pc:sldMk cId="1177048974" sldId="277"/>
            <ac:picMk id="4" creationId="{3CB1F119-9B24-1A75-8BB1-3FEC26DE41A1}"/>
          </ac:picMkLst>
        </pc:picChg>
        <pc:inkChg chg="add del">
          <ac:chgData name="ashika babu" userId="f184c70661c39c80" providerId="LiveId" clId="{01FE548F-7A16-427F-8F6D-0947917C10A6}" dt="2026-06-24T16:14:29.519" v="564" actId="9405"/>
          <ac:inkMkLst>
            <pc:docMk/>
            <pc:sldMk cId="1177048974" sldId="277"/>
            <ac:inkMk id="6" creationId="{5CFA3208-F192-8EE7-BFB3-F88BF0BB47C8}"/>
          </ac:inkMkLst>
        </pc:inkChg>
        <pc:cxnChg chg="add del mod">
          <ac:chgData name="ashika babu" userId="f184c70661c39c80" providerId="LiveId" clId="{01FE548F-7A16-427F-8F6D-0947917C10A6}" dt="2026-06-24T16:16:14.996" v="590" actId="11529"/>
          <ac:cxnSpMkLst>
            <pc:docMk/>
            <pc:sldMk cId="1177048974" sldId="277"/>
            <ac:cxnSpMk id="8" creationId="{899A9B5D-0D00-79D5-CF9E-E4E6ACCF9553}"/>
          </ac:cxnSpMkLst>
        </pc:cxnChg>
        <pc:cxnChg chg="add del mod">
          <ac:chgData name="ashika babu" userId="f184c70661c39c80" providerId="LiveId" clId="{01FE548F-7A16-427F-8F6D-0947917C10A6}" dt="2026-06-24T16:16:13.686" v="587" actId="11529"/>
          <ac:cxnSpMkLst>
            <pc:docMk/>
            <pc:sldMk cId="1177048974" sldId="277"/>
            <ac:cxnSpMk id="11" creationId="{A84DDB69-F9D9-A8CB-E2AD-6B2C3113771F}"/>
          </ac:cxnSpMkLst>
        </pc:cxnChg>
        <pc:cxnChg chg="add mod">
          <ac:chgData name="ashika babu" userId="f184c70661c39c80" providerId="LiveId" clId="{01FE548F-7A16-427F-8F6D-0947917C10A6}" dt="2026-06-24T16:16:12.078" v="584" actId="1076"/>
          <ac:cxnSpMkLst>
            <pc:docMk/>
            <pc:sldMk cId="1177048974" sldId="277"/>
            <ac:cxnSpMk id="13" creationId="{CC47F9F9-E53D-0A40-891C-86BF7497190F}"/>
          </ac:cxnSpMkLst>
        </pc:cxnChg>
        <pc:cxnChg chg="add mod">
          <ac:chgData name="ashika babu" userId="f184c70661c39c80" providerId="LiveId" clId="{01FE548F-7A16-427F-8F6D-0947917C10A6}" dt="2026-06-24T16:16:11.225" v="583" actId="1076"/>
          <ac:cxnSpMkLst>
            <pc:docMk/>
            <pc:sldMk cId="1177048974" sldId="277"/>
            <ac:cxnSpMk id="14" creationId="{11EC13A2-81B6-3AE4-2464-FD75AE3E4B02}"/>
          </ac:cxnSpMkLst>
        </pc:cxnChg>
      </pc:sldChg>
      <pc:sldChg chg="addSp modSp new mod">
        <pc:chgData name="ashika babu" userId="f184c70661c39c80" providerId="LiveId" clId="{01FE548F-7A16-427F-8F6D-0947917C10A6}" dt="2026-06-24T16:22:29.821" v="644" actId="14100"/>
        <pc:sldMkLst>
          <pc:docMk/>
          <pc:sldMk cId="531375247" sldId="278"/>
        </pc:sldMkLst>
        <pc:spChg chg="mod">
          <ac:chgData name="ashika babu" userId="f184c70661c39c80" providerId="LiveId" clId="{01FE548F-7A16-427F-8F6D-0947917C10A6}" dt="2026-06-24T16:22:29.821" v="644" actId="14100"/>
          <ac:spMkLst>
            <pc:docMk/>
            <pc:sldMk cId="531375247" sldId="278"/>
            <ac:spMk id="2" creationId="{245745CC-789B-9E97-7A5A-68B6BC317202}"/>
          </ac:spMkLst>
        </pc:spChg>
        <pc:spChg chg="add mod">
          <ac:chgData name="ashika babu" userId="f184c70661c39c80" providerId="LiveId" clId="{01FE548F-7A16-427F-8F6D-0947917C10A6}" dt="2026-06-24T16:22:26.040" v="643" actId="14100"/>
          <ac:spMkLst>
            <pc:docMk/>
            <pc:sldMk cId="531375247" sldId="278"/>
            <ac:spMk id="4" creationId="{BF37C09E-45FE-9066-E08B-4C6C86FCA6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05DFB-1074-4186-9EA4-9A0AC9F38200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52998-0530-4024-800E-5DFA8E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8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1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3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3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0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1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1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03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20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111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2133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9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96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07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765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46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4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?utm_source=chatgpt.com" TargetMode="External"/><Relationship Id="rId2" Type="http://schemas.openxmlformats.org/officeDocument/2006/relationships/hyperlink" Target="https://opencv.org/?utm_source=chatgpt.com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arduino.cc/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ED8BDF-2DCC-DE8D-FB11-B3BEFE3B91C6}"/>
              </a:ext>
            </a:extLst>
          </p:cNvPr>
          <p:cNvSpPr txBox="1"/>
          <p:nvPr/>
        </p:nvSpPr>
        <p:spPr>
          <a:xfrm>
            <a:off x="863600" y="1982450"/>
            <a:ext cx="10464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 BLIND NAVIGATION SYSTEM USING ARDUINO UNO + PYTHON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D891F-0DC9-6E3B-7106-0DFF5451A7A0}"/>
              </a:ext>
            </a:extLst>
          </p:cNvPr>
          <p:cNvSpPr txBox="1"/>
          <p:nvPr/>
        </p:nvSpPr>
        <p:spPr>
          <a:xfrm>
            <a:off x="707922" y="4798142"/>
            <a:ext cx="3528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Dr.P.Vijayaragavan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9FDA6-2602-608F-1A71-AAC94AB3982B}"/>
              </a:ext>
            </a:extLst>
          </p:cNvPr>
          <p:cNvSpPr txBox="1"/>
          <p:nvPr/>
        </p:nvSpPr>
        <p:spPr>
          <a:xfrm>
            <a:off x="7315200" y="4896465"/>
            <a:ext cx="3805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Ashika B(192521336)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Narmatha. G. C (192512246)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7371F-9DD4-3688-E082-B94F11AC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" y="294817"/>
            <a:ext cx="1412240" cy="1477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22D604-91B2-2DF9-DE8B-4D5CD64BC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126" y="294817"/>
            <a:ext cx="1412239" cy="1372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0B5471-1CB6-0DDA-A775-278B53DD0E0A}"/>
              </a:ext>
            </a:extLst>
          </p:cNvPr>
          <p:cNvSpPr txBox="1"/>
          <p:nvPr/>
        </p:nvSpPr>
        <p:spPr>
          <a:xfrm rot="10800000" flipV="1">
            <a:off x="1209367" y="5362769"/>
            <a:ext cx="3043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Aruna</a:t>
            </a:r>
          </a:p>
        </p:txBody>
      </p:sp>
    </p:spTree>
    <p:extLst>
      <p:ext uri="{BB962C8B-B14F-4D97-AF65-F5344CB8AC3E}">
        <p14:creationId xmlns:p14="http://schemas.microsoft.com/office/powerpoint/2010/main" val="226299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41CF-C297-DBAC-BE6B-4F3A98A0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60439"/>
            <a:ext cx="10284541" cy="56419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8EFA6312-4889-0CD0-E3F6-2FF55E4F2A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6778" y="3742992"/>
            <a:ext cx="91656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40FDD1-9A03-876A-5AD7-1E10E0DE526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74838" y="1848306"/>
            <a:ext cx="107171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Blind Navigation System helps visually impaired people move safely.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obstacle detection and navigation.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detect objects or obstacles in front of the user.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alerts through sound or vibration when an obstacle is found.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independence, safety, and confidence of blind people while walking. </a:t>
            </a:r>
          </a:p>
          <a:p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93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35E9-0E2F-8E12-9F65-99710912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212" y="609600"/>
            <a:ext cx="6550041" cy="66859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BAE6046-F79C-F981-A09D-5B5576C0C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99" y="3915713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783224D-976C-CBE1-BBF7-767B48D1382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56618" y="1715519"/>
            <a:ext cx="1023537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navigation system for visually impaired people.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obstacles in the user's path using sensors.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immediate alerts through sound or vibration.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safe and independent movement for blind individuals.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low-cost and user-friendly assistive device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9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0D78-1D30-ECFF-F46E-25570DC3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516" y="717755"/>
            <a:ext cx="8453283" cy="97293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40096E-3B6D-6E29-42B6-ACE35F90F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5936" y="1444621"/>
            <a:ext cx="10807820" cy="487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Identification: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About 285 million people worldwide are visually impaired.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Traditional white canes only detect floor-level obstacles.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There is no affordable, real-time AI-based solution widely available.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proper warning system for mid-air obstacles like open doors, shelves, etc.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 a camera + Python AI to detect objects in front of the user and send instant hardware warnings through Arduino.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96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CA69-1AC8-5EE7-181A-9C901737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504" y="272717"/>
            <a:ext cx="9637295" cy="14179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1F119-9B24-1A75-8BB1-3FEC26DE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8" y="1881424"/>
            <a:ext cx="10058401" cy="352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4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45CC-789B-9E97-7A5A-68B6BC31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61" y="717755"/>
            <a:ext cx="9593826" cy="8942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7C09E-45FE-9066-E08B-4C6C86FCA696}"/>
              </a:ext>
            </a:extLst>
          </p:cNvPr>
          <p:cNvSpPr txBox="1"/>
          <p:nvPr/>
        </p:nvSpPr>
        <p:spPr>
          <a:xfrm>
            <a:off x="1759974" y="1612029"/>
            <a:ext cx="918332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Camera starts capturing live video feed from the environment.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 detects if any object is within a certain distance (using contour area or YOLO bounding box size).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If object is too close → Python sends '1' to Arduino via serial.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Arduino immediately activates the buzzer (beep sound) and vibration motor.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If no obstacle → sends '0' → everything turns off.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whole loop runs every 0.1 seconds (10 times per second).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37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2ACF58-1C73-61BF-33D6-0761C3BCEBF7}"/>
              </a:ext>
            </a:extLst>
          </p:cNvPr>
          <p:cNvSpPr txBox="1"/>
          <p:nvPr/>
        </p:nvSpPr>
        <p:spPr>
          <a:xfrm>
            <a:off x="3465095" y="0"/>
            <a:ext cx="6272463" cy="14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Components Used</a:t>
            </a:r>
            <a:endParaRPr kumimoji="0" lang="en-US" altLang="en-US" sz="44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54055D7E-9083-CB5C-0BD6-2C776002F093}"/>
              </a:ext>
            </a:extLst>
          </p:cNvPr>
          <p:cNvSpPr/>
          <p:nvPr/>
        </p:nvSpPr>
        <p:spPr>
          <a:xfrm>
            <a:off x="497306" y="2727158"/>
            <a:ext cx="3526054" cy="3176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Arduino Uno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USB Camera / Webcam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Buzzer (Active)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Vibration Motor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Jumper Wires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Breadboard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USB Cable (Arduino to PC)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C748F258-422D-DD2B-2A1E-AD64FBCBCE99}"/>
              </a:ext>
            </a:extLst>
          </p:cNvPr>
          <p:cNvSpPr/>
          <p:nvPr/>
        </p:nvSpPr>
        <p:spPr>
          <a:xfrm>
            <a:off x="497306" y="2009205"/>
            <a:ext cx="402336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44E85F5-A6E6-2FA0-8E51-09E87306F327}"/>
              </a:ext>
            </a:extLst>
          </p:cNvPr>
          <p:cNvSpPr/>
          <p:nvPr/>
        </p:nvSpPr>
        <p:spPr>
          <a:xfrm>
            <a:off x="7507706" y="1977121"/>
            <a:ext cx="402336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FE415-BF11-97C7-6B25-EA49BC309321}"/>
              </a:ext>
            </a:extLst>
          </p:cNvPr>
          <p:cNvSpPr txBox="1"/>
          <p:nvPr/>
        </p:nvSpPr>
        <p:spPr>
          <a:xfrm>
            <a:off x="497307" y="2165683"/>
            <a:ext cx="35260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Arduino Uno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USB Camera / Webcam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Buzzer (Active)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Vibration Motor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Jumper Wires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Breadboard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USB Cable (Arduino to PC)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4DE05-262F-B223-B58B-166AAE0B01B2}"/>
              </a:ext>
            </a:extLst>
          </p:cNvPr>
          <p:cNvSpPr txBox="1"/>
          <p:nvPr/>
        </p:nvSpPr>
        <p:spPr>
          <a:xfrm>
            <a:off x="7507707" y="2165683"/>
            <a:ext cx="34650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 3.x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OpenCV (cv2)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PySerial (serial comm.)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Arduino IDE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YOLOv5 / COCO model (optional AI)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NumPy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D2D5CA8-84D5-F76A-4169-63F3C0C1DCE4}"/>
              </a:ext>
            </a:extLst>
          </p:cNvPr>
          <p:cNvSpPr/>
          <p:nvPr/>
        </p:nvSpPr>
        <p:spPr>
          <a:xfrm rot="10800000" flipV="1">
            <a:off x="497306" y="1371599"/>
            <a:ext cx="4023360" cy="663612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6DA84C2-AD96-C662-C42A-B808DC2BB37C}"/>
              </a:ext>
            </a:extLst>
          </p:cNvPr>
          <p:cNvSpPr/>
          <p:nvPr/>
        </p:nvSpPr>
        <p:spPr>
          <a:xfrm rot="10800000" flipH="1" flipV="1">
            <a:off x="7507706" y="1371599"/>
            <a:ext cx="4074694" cy="605522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134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8FBF-5751-5194-0635-7F2E26BE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25" y="1140542"/>
            <a:ext cx="10200477" cy="94588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 Module</a:t>
            </a:r>
            <a:br>
              <a:rPr lang="en-US" sz="4900" dirty="0"/>
            </a:br>
            <a:endParaRPr lang="en-IN" sz="4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DE0CF-A2E5-5FE0-4B20-52CD3E2ED1A1}"/>
              </a:ext>
            </a:extLst>
          </p:cNvPr>
          <p:cNvSpPr txBox="1"/>
          <p:nvPr/>
        </p:nvSpPr>
        <p:spPr>
          <a:xfrm>
            <a:off x="1327355" y="1986116"/>
            <a:ext cx="9935006" cy="380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detects obstacles present in the path of the visually impaired user.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uses an ultrasonic sensor to measure the distance between the user and nearby objects.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sensor continuously scans the surroundings for obstacles. 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distance data is sent to the Arduino Uno for processing. 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helps prevent collisions and improves user safety</a:t>
            </a:r>
            <a:r>
              <a:rPr lang="en-IN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50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A637-A6F4-FE14-4011-7E3B0776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244" y="806245"/>
            <a:ext cx="8800035" cy="125020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Navigation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20E47-D030-FC07-89A2-B95E568022E6}"/>
              </a:ext>
            </a:extLst>
          </p:cNvPr>
          <p:cNvSpPr txBox="1"/>
          <p:nvPr/>
        </p:nvSpPr>
        <p:spPr>
          <a:xfrm>
            <a:off x="1995948" y="1691148"/>
            <a:ext cx="9055510" cy="519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receives obstacle information from the detection module.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alerts through a buzzer, vibration motor, or voice output.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alerts help the user identify nearby obstacles quickly.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can be used to provide simple voice guidance for navigation.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supports safe and independent movement for visually impaired users. 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49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A418-6280-15E2-505B-74F900834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276" y="462116"/>
            <a:ext cx="9318523" cy="12285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– MAIN LOGIC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56F86-CC43-8DED-81FD-62FBB34B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89" y="1427186"/>
            <a:ext cx="9220199" cy="517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77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9C38-B2E1-C6C6-A78C-3962E51F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142" y="398074"/>
            <a:ext cx="11003332" cy="110887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CODE – HARDWARE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FA09EE-FCE3-97BD-6615-A36CBDA1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3" y="1506944"/>
            <a:ext cx="8594557" cy="495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0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D69A2-A8D5-2C83-2F6C-B406EDDD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477" y="383458"/>
            <a:ext cx="8099322" cy="117425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64E6A-A452-56DD-70D7-CB4D986EF47A}"/>
              </a:ext>
            </a:extLst>
          </p:cNvPr>
          <p:cNvSpPr txBox="1"/>
          <p:nvPr/>
        </p:nvSpPr>
        <p:spPr>
          <a:xfrm>
            <a:off x="530941" y="1366684"/>
            <a:ext cx="10931012" cy="528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 Cost – Arduino Uno + a basic webcam is very affordable.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Real-Time Detection – The system runs continuously and warns the user instantly.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Internet Required – Everything works locally (offline system).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Multi-Sense Warning – Buzzer gives sound AND vibration motor gives physical feedback at the same time.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Easy to Build – Simple components, standard code, beginner-friendly.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Python-Powered – Python is flexible and we can easily improve the AI part later.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81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77CF-C50A-A13E-FA90-9D0B418C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981" y="894735"/>
            <a:ext cx="9741310" cy="4308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9DCAA-2A15-E4B6-5041-ED9FE9910819}"/>
              </a:ext>
            </a:extLst>
          </p:cNvPr>
          <p:cNvSpPr txBox="1"/>
          <p:nvPr/>
        </p:nvSpPr>
        <p:spPr>
          <a:xfrm>
            <a:off x="550606" y="1759974"/>
            <a:ext cx="10628671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Needs a laptop/PC to run the Python code – not fully standalone yet.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Camera has a limited field of view – side objects may not be detected.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Works less effectively in low-light conditions.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distance measurement – only tells 'object found', not 'object is 1 meter away’.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Serial cable (USB) makes it less portable – wireless not implemented yet.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98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B1D8-6666-0DB1-75B1-DB1CDCB4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97" y="766916"/>
            <a:ext cx="7971502" cy="9237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DED00-324A-ECBD-AE55-5C02FE32E946}"/>
              </a:ext>
            </a:extLst>
          </p:cNvPr>
          <p:cNvSpPr txBox="1"/>
          <p:nvPr/>
        </p:nvSpPr>
        <p:spPr>
          <a:xfrm>
            <a:off x="629265" y="1789471"/>
            <a:ext cx="10402529" cy="45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Voice Announcements – Instead of just a buzzer, Python can use text-to-speech (like pyttsx3) to say 'Object ahead!' in the user's earphone.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Ultrasonic Sensor Integration – Add HC-SR04 to measure actual distance and warn 'Object at 50cm’.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Raspberry Pi – Move the Python code to Raspberry Pi so no laptop is needed (fully portable wearable).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GPS Navigation – Help the user navigate to a specific location by integrating maps.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Wireless (Bluetooth/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WiFi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) – Remove the USB cable between Python and Arduino.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32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FB44-228B-CDE9-F4E4-0CF1B84C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9" y="747252"/>
            <a:ext cx="11353800" cy="77109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BC7443-906A-783F-8EC0-A09E49666F6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4129" y="1553998"/>
            <a:ext cx="1098263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Blind Navigation System helps visually impaired people navigate safely and independently.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combination of Arduino Uno and Python enables accurate obstacle detection and real-time assistance.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timely alerts through sound, vibration, or voice guidance to avoid obstacles.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cost-effective and user-friendly solution that improves the mobility and confidence of blind individuals.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technology can enhance safety, accessibility, and quality of life for visually impaired people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389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0BC9-A3B0-82A5-C03C-14263B124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684" y="550606"/>
            <a:ext cx="8463115" cy="114008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19D1C-CFE5-595E-B87C-F76DD9D13FFD}"/>
              </a:ext>
            </a:extLst>
          </p:cNvPr>
          <p:cNvSpPr txBox="1"/>
          <p:nvPr/>
        </p:nvSpPr>
        <p:spPr>
          <a:xfrm>
            <a:off x="545690" y="1779640"/>
            <a:ext cx="111006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Banzi, M., &amp; Shiloh, M.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Started with Arduino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(4th Edition). Maker Media, Inc.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Monk, S. (2020).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Arduino: Getting Started with Sketches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Edition). McGraw-Hill Education.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Documentation.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Computer Vision Library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OpenCV Official Website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Software Foundation.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Python Official Website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Documentation.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and Sensor Interfacing Guides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Arduino Official Website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889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03C077-7CF5-5B2F-A3F9-9B27E0F899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3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935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687</TotalTime>
  <Words>965</Words>
  <Application>Microsoft Office PowerPoint</Application>
  <PresentationFormat>Widescreen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INTRODUCTION</vt:lpstr>
      <vt:lpstr>OBJECTIVE</vt:lpstr>
      <vt:lpstr>PROBLEM STATEMENT</vt:lpstr>
      <vt:lpstr>SYSTEM ARCHITECTURE</vt:lpstr>
      <vt:lpstr>WORKING PROCESS</vt:lpstr>
      <vt:lpstr>PowerPoint Presentation</vt:lpstr>
      <vt:lpstr>MODULE 1: Obstacle Detection Module </vt:lpstr>
      <vt:lpstr>MODULE 2: Alert and Navigation Module</vt:lpstr>
      <vt:lpstr>PYTHON CODE – MAIN LOGIC</vt:lpstr>
      <vt:lpstr>ARDUINO CODE – HARDWARE CONTROL</vt:lpstr>
      <vt:lpstr>ADVANTAGES</vt:lpstr>
      <vt:lpstr>              LIMITATIONS</vt:lpstr>
      <vt:lpstr>FUTURE SCOPE</vt:lpstr>
      <vt:lpstr>CONCLUSION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Dhanusri RS</dc:creator>
  <cp:lastModifiedBy>ashika babu</cp:lastModifiedBy>
  <cp:revision>5</cp:revision>
  <dcterms:created xsi:type="dcterms:W3CDTF">2026-02-27T15:00:37Z</dcterms:created>
  <dcterms:modified xsi:type="dcterms:W3CDTF">2026-06-24T16:24:57Z</dcterms:modified>
</cp:coreProperties>
</file>