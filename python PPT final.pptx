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936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37160" y="1106072"/>
            <a:ext cx="8595360" cy="3953022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Blind Navigation System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Arduino Uno + Python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Course: Python Programming for Scientific Computing  |  Code: CSA0820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345722" y="3794760"/>
            <a:ext cx="334107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by: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Narmatha. G. C  -  192512246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Ashika. B  -  192521336</a:t>
            </a:r>
            <a:endParaRPr lang="en-US" sz="1300" dirty="0"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50378AD9-0A87-7844-AD37-1D4C68570A97}"/>
              </a:ext>
            </a:extLst>
          </p:cNvPr>
          <p:cNvSpPr txBox="1"/>
          <p:nvPr/>
        </p:nvSpPr>
        <p:spPr>
          <a:xfrm>
            <a:off x="534572" y="3383280"/>
            <a:ext cx="121993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/>
                </a:solidFill>
                <a:latin typeface="Calibri"/>
                <a:cs typeface="Calibri"/>
              </a:rPr>
              <a:t>Guided</a:t>
            </a:r>
            <a:r>
              <a:rPr sz="1800" spc="-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chemeClr val="bg1"/>
                </a:solidFill>
                <a:latin typeface="Calibri"/>
                <a:cs typeface="Calibri"/>
              </a:rPr>
              <a:t>By:</a:t>
            </a:r>
            <a:endParaRPr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8BC56054-3A5F-A5C4-3F18-51311FEE04D9}"/>
              </a:ext>
            </a:extLst>
          </p:cNvPr>
          <p:cNvSpPr txBox="1"/>
          <p:nvPr/>
        </p:nvSpPr>
        <p:spPr>
          <a:xfrm>
            <a:off x="534572" y="3673104"/>
            <a:ext cx="211274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 err="1">
                <a:solidFill>
                  <a:schemeClr val="bg1"/>
                </a:solidFill>
                <a:latin typeface="Calibri"/>
                <a:cs typeface="Calibri"/>
              </a:rPr>
              <a:t>Dr.P.Vijayaragavan</a:t>
            </a:r>
            <a:endParaRPr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43E10E49-B2F5-8AE2-5CF6-628410E7F90F}"/>
              </a:ext>
            </a:extLst>
          </p:cNvPr>
          <p:cNvSpPr txBox="1"/>
          <p:nvPr/>
        </p:nvSpPr>
        <p:spPr>
          <a:xfrm>
            <a:off x="534572" y="3962927"/>
            <a:ext cx="211274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solidFill>
                  <a:schemeClr val="bg1"/>
                </a:solidFill>
                <a:latin typeface="Calibri"/>
                <a:cs typeface="Calibri"/>
              </a:rPr>
              <a:t>,</a:t>
            </a:r>
            <a:r>
              <a:rPr lang="en-IN" dirty="0" err="1">
                <a:solidFill>
                  <a:schemeClr val="bg1"/>
                </a:solidFill>
                <a:latin typeface="Calibri"/>
                <a:cs typeface="Calibri"/>
              </a:rPr>
              <a:t>Ms.Aruna</a:t>
            </a:r>
            <a:endParaRPr sz="1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this project about?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Visually impaired people face serious challenges in daily navigation — they can bump into objects, walls, or any obstacles in their path.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Our project, Smart Blind Navigation System, is a low-cost embedded + AI system that uses a camera and Python to detect nearby objects, then warns the user through a buzzer and vibration motor connected to an Arduino Uno.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i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Simple idea. Real problem. Actually works.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About 285 million people worldwide are visually impaired.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Traditional white canes only detect floor-level obstacles.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There is no affordable, real-time AI-based solution widely available.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proper warning system for mid-air obstacles like open doors, shelves, etc.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Use a camera + Python AI to detect objects in front of the user and send instant hardware warnings through Arduino.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want to achieve: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Detect obstacles in real-time using a camera and Python (AI/OpenCV).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Send the detection signal from Python to Arduino Uno through serial communication.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Make Arduino trigger a buzzer (sound) and vibration motor (physical feedback) to warn the user.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Keep the entire system low-cost and portable.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Make it easy to use without any smartphone or internet.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Used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141732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Arduino Uno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USB Camera / Webcam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Buzzer (Active)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Vibration Motor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Jumper Wires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Breadboard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USB Cable (Arduino to PC)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572000" y="960120"/>
            <a:ext cx="402336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0" y="960120"/>
            <a:ext cx="4023360" cy="41148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54880" y="1417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3.x</a:t>
            </a:r>
            <a:endParaRPr lang="en-US" sz="13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(cv2)</a:t>
            </a:r>
            <a:endParaRPr lang="en-US" sz="13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PySerial (serial comm.)</a:t>
            </a:r>
            <a:endParaRPr lang="en-US" sz="13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IDE</a:t>
            </a:r>
            <a:endParaRPr lang="en-US" sz="13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YOLOv5 / COCO model (optional AI)</a:t>
            </a:r>
            <a:endParaRPr lang="en-US" sz="13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2286000" y="1005840"/>
            <a:ext cx="4754880" cy="59436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286000" y="10058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Camera captures live video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389120" y="1600200"/>
            <a:ext cx="548640" cy="1554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286000" y="1755648"/>
            <a:ext cx="4754880" cy="594360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286000" y="17556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Python AI detects obstacle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89120" y="2350008"/>
            <a:ext cx="548640" cy="1554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86000" y="2505456"/>
            <a:ext cx="4754880" cy="59436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286000" y="250545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Python sends signal to Arduino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89120" y="3099816"/>
            <a:ext cx="548640" cy="1554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286000" y="3255264"/>
            <a:ext cx="4754880" cy="594360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286000" y="325526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Arduino triggers Buzzer + Vibration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389120" y="3849624"/>
            <a:ext cx="548640" cy="1554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286000" y="4005072"/>
            <a:ext cx="4754880" cy="59436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286000" y="400507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User receives warning instantly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 – Main Logic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365760" y="960120"/>
            <a:ext cx="8412480" cy="3886200"/>
          </a:xfrm>
          <a:prstGeom prst="rect">
            <a:avLst/>
          </a:prstGeom>
          <a:solidFill>
            <a:srgbClr val="1E1E1E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serial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arduino = serial.Serial('COM3', 9600)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 = cv2.VideoCapture(0)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ret, frame = cap.read()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AI Object Detection here (e.g. YOLO or contour)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object_detected = detect_object(frame)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object_detected: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arduino.write(b'1')  # send signal to Arduino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arduino.write(b'0')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FB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time.sleep(0.1)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Code – Hardware Control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365760" y="960120"/>
            <a:ext cx="8412480" cy="3886200"/>
          </a:xfrm>
          <a:prstGeom prst="rect">
            <a:avLst/>
          </a:prstGeom>
          <a:solidFill>
            <a:srgbClr val="1E1E1E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buzzerPin = 8;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vibrationPin = 9;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Serial.begin(9600);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pinMode(buzzerPin, OUTPUT);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pinMode(vibrationPin, OUTPUT);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(Serial.available() &gt; 0)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signal = Serial.read();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(signal == '1')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digitalWrite(buzzerPin, HIGH);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digitalWrite(vibrationPin, HIGH);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digitalWrite(buzzerPin, LOW);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digitalWrite(vibrationPin, LOW);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7C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365760" y="1097280"/>
            <a:ext cx="173736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1097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(Input)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2103120" y="1554480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075688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286000" y="1097280"/>
            <a:ext cx="173736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286000" y="1097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Detection)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023360" y="1554480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995928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206240" y="1097280"/>
            <a:ext cx="173736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06240" y="1097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(USB)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0" y="1554480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16168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126480" y="1097280"/>
            <a:ext cx="173736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26480" y="1097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Uno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(Controller)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126480" y="2468880"/>
            <a:ext cx="1737360" cy="731520"/>
          </a:xfrm>
          <a:prstGeom prst="rect">
            <a:avLst/>
          </a:prstGeom>
          <a:solidFill>
            <a:srgbClr val="44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26480" y="24688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(Sound Warning)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26480" y="3383280"/>
            <a:ext cx="1737360" cy="731520"/>
          </a:xfrm>
          <a:prstGeom prst="rect">
            <a:avLst/>
          </a:prstGeom>
          <a:solidFill>
            <a:srgbClr val="44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26480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Motor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(Physical Warning)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7665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7665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↓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58368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5760720" y="4206240"/>
            <a:ext cx="256032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760720" y="4206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Gets Warning!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Libraries Used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107899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(cv2)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834640" y="1078992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video from the camera and processes each frame to detect objects or motion.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E0E0E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199339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PySerial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834640" y="1993392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data from Python script to Arduino through the USB serial port.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290779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34640" y="2907792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array operations on image frames during processing.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E0E0E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382219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834640" y="3822192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small delays between signals so the system doesn't overload.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 / Working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run the system: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starts capturing live video feed from the environment.</a:t>
            </a:r>
            <a:endParaRPr lang="en-US" sz="1600" dirty="0"/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detects if any object is within a certain distance (using contour area or YOLO bounding box size).</a:t>
            </a:r>
            <a:endParaRPr lang="en-US" sz="1600" dirty="0"/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object is too close → Python sends '1' to Arduino via serial.</a:t>
            </a:r>
            <a:endParaRPr lang="en-US" sz="1600" dirty="0"/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immediately activates the buzzer (beep sound) and vibration motor.</a:t>
            </a:r>
            <a:endParaRPr lang="en-US" sz="1600" dirty="0"/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obstacle → sends '0' → everything turns off.</a:t>
            </a:r>
            <a:endParaRPr lang="en-US" sz="1600" dirty="0"/>
          </a:p>
          <a:p>
            <a:pPr marL="285750" indent="-28575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loop runs every 0.1 seconds (10 times per second).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 – Arduino Uno + a basic webcam is very affordable.</a:t>
            </a: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 – The system runs continuously and warns the user instantly.</a:t>
            </a: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 Required – Everything works locally (offline system).</a:t>
            </a: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Multi-Sense Warning – Buzzer gives sound AND vibration motor gives physical feedback at the same time.</a:t>
            </a: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Build – Simple components, standard code, beginner-friendly.</a:t>
            </a: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Python-Powered – Python is flexible and we can easily improve the AI part later.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laptop/PC to run the Python code – not fully standalone yet.</a:t>
            </a: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has a limited field of view – side objects may not be detected.</a:t>
            </a: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less effectively in low-light conditions.</a:t>
            </a: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distance measurement – only tells 'object found', not 'object is 1 meter away'.</a:t>
            </a:r>
            <a:endParaRPr lang="en-US" sz="14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cable (USB) makes it less portable – wireless not implemented yet.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914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project can go next: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Announcements – Instead of just a buzzer, Python can use text-to-speech (like pyttsx3) to say 'Object ahead!' in the user's earphone.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 Sensor Integration – Add HC-SR04 to measure actual distance and warn 'Object at 50cm'.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– Move the Python code to Raspberry Pi so no laptop is needed (fully portable wearable).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Navigation – Help the user navigate to a specific location by integrating maps.</a:t>
            </a:r>
            <a:endParaRPr lang="en-US" sz="1600" dirty="0"/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(Bluetooth/WiFi) – Remove the USB cable between Python and Arduino.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sima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logo_ss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1440"/>
            <a:ext cx="1005840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868680"/>
            <a:ext cx="8229600" cy="3383280"/>
          </a:xfrm>
          <a:prstGeom prst="rect">
            <a:avLst/>
          </a:prstGeom>
          <a:solidFill>
            <a:srgbClr val="1111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40080" y="16916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Smart Blind Navigation System successfully combines Python AI with Arduino hardware to create a real-time obstacle warning system for visually impaired users.</a:t>
            </a:r>
            <a:endParaRPr lang="en-US" sz="130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30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 feeds live video to Python, which detects objects and sends a signal to Arduino, which then triggers a buzzer and vibration motor — giving the user both sound and physical feedback.</a:t>
            </a:r>
            <a:endParaRPr lang="en-US" sz="130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30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working prototype that shows how simple technology, when put together correctly, can make a real difference in people's lives.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Narmatha. G. C (192512246)  |  Ashika. B (192521336)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1151</Words>
  <Application>Microsoft Office PowerPoint</Application>
  <PresentationFormat>On-screen Show (16:9)</PresentationFormat>
  <Paragraphs>180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Blind Navigation System</dc:title>
  <dc:subject>PptxGenJS Presentation</dc:subject>
  <dc:creator>Narmatha G C, Ashika B</dc:creator>
  <cp:lastModifiedBy>ashika babu</cp:lastModifiedBy>
  <cp:revision>2</cp:revision>
  <dcterms:created xsi:type="dcterms:W3CDTF">2026-06-22T15:54:35Z</dcterms:created>
  <dcterms:modified xsi:type="dcterms:W3CDTF">2026-06-23T16:55:31Z</dcterms:modified>
</cp:coreProperties>
</file>